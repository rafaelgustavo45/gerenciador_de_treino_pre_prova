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36A790-1F04-BCBD-229F-336E3C97A847}" v="248" dt="2026-09-09T12:14:05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F9716C-265A-4A85-AB0B-6F9D825364C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BAC0AFA-5331-472C-8070-63D2E3D13AE7}">
      <dgm:prSet/>
      <dgm:spPr/>
      <dgm:t>
        <a:bodyPr/>
        <a:lstStyle/>
        <a:p>
          <a:pPr>
            <a:defRPr cap="all"/>
          </a:pPr>
          <a:r>
            <a:rPr lang="pt-BR"/>
            <a:t>Baralho em livros da aplicação minhaBiblioteca</a:t>
          </a:r>
          <a:endParaRPr lang="en-US"/>
        </a:p>
      </dgm:t>
    </dgm:pt>
    <dgm:pt modelId="{BE577271-9132-4A99-8310-2CF6F5394BED}" type="parTrans" cxnId="{D6EC0744-2BB0-48CA-A007-AF6741E7B6D8}">
      <dgm:prSet/>
      <dgm:spPr/>
      <dgm:t>
        <a:bodyPr/>
        <a:lstStyle/>
        <a:p>
          <a:endParaRPr lang="en-US"/>
        </a:p>
      </dgm:t>
    </dgm:pt>
    <dgm:pt modelId="{ACDFD53E-1637-44BB-8FFF-61E073D4FEFF}" type="sibTrans" cxnId="{D6EC0744-2BB0-48CA-A007-AF6741E7B6D8}">
      <dgm:prSet/>
      <dgm:spPr/>
      <dgm:t>
        <a:bodyPr/>
        <a:lstStyle/>
        <a:p>
          <a:endParaRPr lang="en-US"/>
        </a:p>
      </dgm:t>
    </dgm:pt>
    <dgm:pt modelId="{5A968F98-8AC9-4C36-9F55-D607675F552C}">
      <dgm:prSet/>
      <dgm:spPr/>
      <dgm:t>
        <a:bodyPr/>
        <a:lstStyle/>
        <a:p>
          <a:pPr>
            <a:defRPr cap="all"/>
          </a:pPr>
          <a:r>
            <a:rPr lang="pt-BR"/>
            <a:t>Aplicação google formulários</a:t>
          </a:r>
          <a:endParaRPr lang="en-US"/>
        </a:p>
      </dgm:t>
    </dgm:pt>
    <dgm:pt modelId="{229B12A3-53DE-4F40-B0EE-581B239063AF}" type="parTrans" cxnId="{8803B418-7271-4667-8912-2CD52A39E253}">
      <dgm:prSet/>
      <dgm:spPr/>
      <dgm:t>
        <a:bodyPr/>
        <a:lstStyle/>
        <a:p>
          <a:endParaRPr lang="en-US"/>
        </a:p>
      </dgm:t>
    </dgm:pt>
    <dgm:pt modelId="{32C03C81-E772-4D1B-9E6B-A743636CDB88}" type="sibTrans" cxnId="{8803B418-7271-4667-8912-2CD52A39E253}">
      <dgm:prSet/>
      <dgm:spPr/>
      <dgm:t>
        <a:bodyPr/>
        <a:lstStyle/>
        <a:p>
          <a:endParaRPr lang="en-US"/>
        </a:p>
      </dgm:t>
    </dgm:pt>
    <dgm:pt modelId="{5C68B793-2739-4116-8B38-22EC0D8563C4}" type="pres">
      <dgm:prSet presAssocID="{5BF9716C-265A-4A85-AB0B-6F9D825364C2}" presName="root" presStyleCnt="0">
        <dgm:presLayoutVars>
          <dgm:dir/>
          <dgm:resizeHandles val="exact"/>
        </dgm:presLayoutVars>
      </dgm:prSet>
      <dgm:spPr/>
    </dgm:pt>
    <dgm:pt modelId="{1E3BAF1C-0C10-4474-BE83-C0484298EFD9}" type="pres">
      <dgm:prSet presAssocID="{DBAC0AFA-5331-472C-8070-63D2E3D13AE7}" presName="compNode" presStyleCnt="0"/>
      <dgm:spPr/>
    </dgm:pt>
    <dgm:pt modelId="{FF3467C1-F48C-4286-B77D-CEE42FBC6D41}" type="pres">
      <dgm:prSet presAssocID="{DBAC0AFA-5331-472C-8070-63D2E3D13AE7}" presName="iconBgRect" presStyleLbl="bgShp" presStyleIdx="0" presStyleCnt="2"/>
      <dgm:spPr/>
    </dgm:pt>
    <dgm:pt modelId="{CB9B131C-4D10-49BB-AE0D-E54C4E8B7094}" type="pres">
      <dgm:prSet presAssocID="{DBAC0AFA-5331-472C-8070-63D2E3D13AE7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4DD2FC18-E246-4215-815D-2CB78BA3C867}" type="pres">
      <dgm:prSet presAssocID="{DBAC0AFA-5331-472C-8070-63D2E3D13AE7}" presName="spaceRect" presStyleCnt="0"/>
      <dgm:spPr/>
    </dgm:pt>
    <dgm:pt modelId="{A8ACEBF5-7A4B-4F34-BECF-7421ACF6E096}" type="pres">
      <dgm:prSet presAssocID="{DBAC0AFA-5331-472C-8070-63D2E3D13AE7}" presName="textRect" presStyleLbl="revTx" presStyleIdx="0" presStyleCnt="2">
        <dgm:presLayoutVars>
          <dgm:chMax val="1"/>
          <dgm:chPref val="1"/>
        </dgm:presLayoutVars>
      </dgm:prSet>
      <dgm:spPr/>
    </dgm:pt>
    <dgm:pt modelId="{42EEC916-7BFA-40E3-B19A-5B8FC298AEF2}" type="pres">
      <dgm:prSet presAssocID="{ACDFD53E-1637-44BB-8FFF-61E073D4FEFF}" presName="sibTrans" presStyleCnt="0"/>
      <dgm:spPr/>
    </dgm:pt>
    <dgm:pt modelId="{E000D74A-EE95-4500-9975-AB36E0F44E55}" type="pres">
      <dgm:prSet presAssocID="{5A968F98-8AC9-4C36-9F55-D607675F552C}" presName="compNode" presStyleCnt="0"/>
      <dgm:spPr/>
    </dgm:pt>
    <dgm:pt modelId="{F84451BB-D6A9-49E7-BA53-1DF0D52A5AD8}" type="pres">
      <dgm:prSet presAssocID="{5A968F98-8AC9-4C36-9F55-D607675F552C}" presName="iconBgRect" presStyleLbl="bgShp" presStyleIdx="1" presStyleCnt="2"/>
      <dgm:spPr/>
    </dgm:pt>
    <dgm:pt modelId="{8FF50ACE-418E-423F-A487-162295834A60}" type="pres">
      <dgm:prSet presAssocID="{5A968F98-8AC9-4C36-9F55-D607675F552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822878F4-2224-48B6-8ED1-716A3F2300D7}" type="pres">
      <dgm:prSet presAssocID="{5A968F98-8AC9-4C36-9F55-D607675F552C}" presName="spaceRect" presStyleCnt="0"/>
      <dgm:spPr/>
    </dgm:pt>
    <dgm:pt modelId="{97426A73-4A02-4029-B215-10539968F433}" type="pres">
      <dgm:prSet presAssocID="{5A968F98-8AC9-4C36-9F55-D607675F552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803B418-7271-4667-8912-2CD52A39E253}" srcId="{5BF9716C-265A-4A85-AB0B-6F9D825364C2}" destId="{5A968F98-8AC9-4C36-9F55-D607675F552C}" srcOrd="1" destOrd="0" parTransId="{229B12A3-53DE-4F40-B0EE-581B239063AF}" sibTransId="{32C03C81-E772-4D1B-9E6B-A743636CDB88}"/>
    <dgm:cxn modelId="{6E704F39-41CD-4943-966A-5D704C749C74}" type="presOf" srcId="{5A968F98-8AC9-4C36-9F55-D607675F552C}" destId="{97426A73-4A02-4029-B215-10539968F433}" srcOrd="0" destOrd="0" presId="urn:microsoft.com/office/officeart/2018/5/layout/IconCircleLabelList"/>
    <dgm:cxn modelId="{D6EC0744-2BB0-48CA-A007-AF6741E7B6D8}" srcId="{5BF9716C-265A-4A85-AB0B-6F9D825364C2}" destId="{DBAC0AFA-5331-472C-8070-63D2E3D13AE7}" srcOrd="0" destOrd="0" parTransId="{BE577271-9132-4A99-8310-2CF6F5394BED}" sibTransId="{ACDFD53E-1637-44BB-8FFF-61E073D4FEFF}"/>
    <dgm:cxn modelId="{1F2B7544-BACC-4934-986F-098072084550}" type="presOf" srcId="{DBAC0AFA-5331-472C-8070-63D2E3D13AE7}" destId="{A8ACEBF5-7A4B-4F34-BECF-7421ACF6E096}" srcOrd="0" destOrd="0" presId="urn:microsoft.com/office/officeart/2018/5/layout/IconCircleLabelList"/>
    <dgm:cxn modelId="{2B32A550-76EC-4C2C-AC67-F61DB24388AE}" type="presOf" srcId="{5BF9716C-265A-4A85-AB0B-6F9D825364C2}" destId="{5C68B793-2739-4116-8B38-22EC0D8563C4}" srcOrd="0" destOrd="0" presId="urn:microsoft.com/office/officeart/2018/5/layout/IconCircleLabelList"/>
    <dgm:cxn modelId="{F8C60E94-E0DA-4C37-B7C1-57D8AC5C6116}" type="presParOf" srcId="{5C68B793-2739-4116-8B38-22EC0D8563C4}" destId="{1E3BAF1C-0C10-4474-BE83-C0484298EFD9}" srcOrd="0" destOrd="0" presId="urn:microsoft.com/office/officeart/2018/5/layout/IconCircleLabelList"/>
    <dgm:cxn modelId="{6A7CC98A-F97C-40BB-BEDB-39E9265D128A}" type="presParOf" srcId="{1E3BAF1C-0C10-4474-BE83-C0484298EFD9}" destId="{FF3467C1-F48C-4286-B77D-CEE42FBC6D41}" srcOrd="0" destOrd="0" presId="urn:microsoft.com/office/officeart/2018/5/layout/IconCircleLabelList"/>
    <dgm:cxn modelId="{643F47C6-ACC7-46F4-890C-B3487820C295}" type="presParOf" srcId="{1E3BAF1C-0C10-4474-BE83-C0484298EFD9}" destId="{CB9B131C-4D10-49BB-AE0D-E54C4E8B7094}" srcOrd="1" destOrd="0" presId="urn:microsoft.com/office/officeart/2018/5/layout/IconCircleLabelList"/>
    <dgm:cxn modelId="{A31D4132-41A2-4D21-8749-68C29CB9D387}" type="presParOf" srcId="{1E3BAF1C-0C10-4474-BE83-C0484298EFD9}" destId="{4DD2FC18-E246-4215-815D-2CB78BA3C867}" srcOrd="2" destOrd="0" presId="urn:microsoft.com/office/officeart/2018/5/layout/IconCircleLabelList"/>
    <dgm:cxn modelId="{E3DC469D-2692-46EE-813D-55585D8D85D8}" type="presParOf" srcId="{1E3BAF1C-0C10-4474-BE83-C0484298EFD9}" destId="{A8ACEBF5-7A4B-4F34-BECF-7421ACF6E096}" srcOrd="3" destOrd="0" presId="urn:microsoft.com/office/officeart/2018/5/layout/IconCircleLabelList"/>
    <dgm:cxn modelId="{C7B5B6C4-A179-4578-A0D0-A8318767CD92}" type="presParOf" srcId="{5C68B793-2739-4116-8B38-22EC0D8563C4}" destId="{42EEC916-7BFA-40E3-B19A-5B8FC298AEF2}" srcOrd="1" destOrd="0" presId="urn:microsoft.com/office/officeart/2018/5/layout/IconCircleLabelList"/>
    <dgm:cxn modelId="{8511DBC0-1428-41A1-B628-53FEDFFD9082}" type="presParOf" srcId="{5C68B793-2739-4116-8B38-22EC0D8563C4}" destId="{E000D74A-EE95-4500-9975-AB36E0F44E55}" srcOrd="2" destOrd="0" presId="urn:microsoft.com/office/officeart/2018/5/layout/IconCircleLabelList"/>
    <dgm:cxn modelId="{89A220D8-F737-4064-9E73-224B9A7B12E9}" type="presParOf" srcId="{E000D74A-EE95-4500-9975-AB36E0F44E55}" destId="{F84451BB-D6A9-49E7-BA53-1DF0D52A5AD8}" srcOrd="0" destOrd="0" presId="urn:microsoft.com/office/officeart/2018/5/layout/IconCircleLabelList"/>
    <dgm:cxn modelId="{CBA8EFC3-7A9B-419C-96B5-58DB6C638CB2}" type="presParOf" srcId="{E000D74A-EE95-4500-9975-AB36E0F44E55}" destId="{8FF50ACE-418E-423F-A487-162295834A60}" srcOrd="1" destOrd="0" presId="urn:microsoft.com/office/officeart/2018/5/layout/IconCircleLabelList"/>
    <dgm:cxn modelId="{6B0DBF42-56D5-4B0F-946E-5802D3C4E912}" type="presParOf" srcId="{E000D74A-EE95-4500-9975-AB36E0F44E55}" destId="{822878F4-2224-48B6-8ED1-716A3F2300D7}" srcOrd="2" destOrd="0" presId="urn:microsoft.com/office/officeart/2018/5/layout/IconCircleLabelList"/>
    <dgm:cxn modelId="{A9AC6413-0F75-4417-8AA5-7D5DD94A57A0}" type="presParOf" srcId="{E000D74A-EE95-4500-9975-AB36E0F44E55}" destId="{97426A73-4A02-4029-B215-10539968F43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91BDAF-0494-4317-813A-BC2C80D7BD7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1FEE251-1623-4692-BC6C-046371B5A36F}">
      <dgm:prSet/>
      <dgm:spPr/>
      <dgm:t>
        <a:bodyPr/>
        <a:lstStyle/>
        <a:p>
          <a:pPr>
            <a:defRPr cap="all"/>
          </a:pPr>
          <a:r>
            <a:rPr lang="pt-BR"/>
            <a:t>Não usa API externa (não se mostrou necessário)</a:t>
          </a:r>
          <a:endParaRPr lang="en-US"/>
        </a:p>
      </dgm:t>
    </dgm:pt>
    <dgm:pt modelId="{25E47013-2988-4E2A-B94D-37A204CCA90E}" type="parTrans" cxnId="{6891D4A6-447C-4CA7-A341-FB7012AE3440}">
      <dgm:prSet/>
      <dgm:spPr/>
      <dgm:t>
        <a:bodyPr/>
        <a:lstStyle/>
        <a:p>
          <a:endParaRPr lang="en-US"/>
        </a:p>
      </dgm:t>
    </dgm:pt>
    <dgm:pt modelId="{450A3103-BC71-42BB-B86B-2342BBD3CDEC}" type="sibTrans" cxnId="{6891D4A6-447C-4CA7-A341-FB7012AE3440}">
      <dgm:prSet/>
      <dgm:spPr/>
      <dgm:t>
        <a:bodyPr/>
        <a:lstStyle/>
        <a:p>
          <a:endParaRPr lang="en-US"/>
        </a:p>
      </dgm:t>
    </dgm:pt>
    <dgm:pt modelId="{89A4A29C-F642-4832-80DC-2FDE176F013E}">
      <dgm:prSet/>
      <dgm:spPr/>
      <dgm:t>
        <a:bodyPr/>
        <a:lstStyle/>
        <a:p>
          <a:pPr>
            <a:defRPr cap="all"/>
          </a:pPr>
          <a:r>
            <a:rPr lang="pt-BR"/>
            <a:t>Utiliza banco de dados sqlite</a:t>
          </a:r>
          <a:endParaRPr lang="en-US"/>
        </a:p>
      </dgm:t>
    </dgm:pt>
    <dgm:pt modelId="{C2803BE7-9F96-4438-81C7-94A1F4351D06}" type="parTrans" cxnId="{F9AD36BE-A6BE-4C69-90FD-BF5F83F96E05}">
      <dgm:prSet/>
      <dgm:spPr/>
      <dgm:t>
        <a:bodyPr/>
        <a:lstStyle/>
        <a:p>
          <a:endParaRPr lang="en-US"/>
        </a:p>
      </dgm:t>
    </dgm:pt>
    <dgm:pt modelId="{A795728A-17CD-4C05-922C-DCD2F04CB39F}" type="sibTrans" cxnId="{F9AD36BE-A6BE-4C69-90FD-BF5F83F96E05}">
      <dgm:prSet/>
      <dgm:spPr/>
      <dgm:t>
        <a:bodyPr/>
        <a:lstStyle/>
        <a:p>
          <a:endParaRPr lang="en-US"/>
        </a:p>
      </dgm:t>
    </dgm:pt>
    <dgm:pt modelId="{3F02D474-89A0-432C-9797-4E173E37C8FC}">
      <dgm:prSet/>
      <dgm:spPr/>
      <dgm:t>
        <a:bodyPr/>
        <a:lstStyle/>
        <a:p>
          <a:pPr>
            <a:defRPr cap="all"/>
          </a:pPr>
          <a:r>
            <a:rPr lang="pt-BR"/>
            <a:t>Permite adicionar questões junto com as alternativas e definir a certa</a:t>
          </a:r>
          <a:endParaRPr lang="en-US"/>
        </a:p>
      </dgm:t>
    </dgm:pt>
    <dgm:pt modelId="{30ADFA64-6A88-4A74-A69A-5D998B6898E5}" type="parTrans" cxnId="{039B6E99-F164-4DA0-AE14-A934F20B6BD9}">
      <dgm:prSet/>
      <dgm:spPr/>
      <dgm:t>
        <a:bodyPr/>
        <a:lstStyle/>
        <a:p>
          <a:endParaRPr lang="en-US"/>
        </a:p>
      </dgm:t>
    </dgm:pt>
    <dgm:pt modelId="{3795472E-BC9C-4CCF-B18B-58F5ECF28D6B}" type="sibTrans" cxnId="{039B6E99-F164-4DA0-AE14-A934F20B6BD9}">
      <dgm:prSet/>
      <dgm:spPr/>
      <dgm:t>
        <a:bodyPr/>
        <a:lstStyle/>
        <a:p>
          <a:endParaRPr lang="en-US"/>
        </a:p>
      </dgm:t>
    </dgm:pt>
    <dgm:pt modelId="{ED28532D-6D2A-43DC-BF5B-56A657862C17}">
      <dgm:prSet/>
      <dgm:spPr/>
      <dgm:t>
        <a:bodyPr/>
        <a:lstStyle/>
        <a:p>
          <a:pPr>
            <a:defRPr cap="all"/>
          </a:pPr>
          <a:r>
            <a:rPr lang="pt-BR"/>
            <a:t>Permite treinar e mostrar resultados</a:t>
          </a:r>
          <a:endParaRPr lang="en-US"/>
        </a:p>
      </dgm:t>
    </dgm:pt>
    <dgm:pt modelId="{95CAE6DF-60EC-4C2E-8D10-F9AFF116C8B6}" type="parTrans" cxnId="{1CB11C30-7103-46D9-91D7-AB3037AC665B}">
      <dgm:prSet/>
      <dgm:spPr/>
      <dgm:t>
        <a:bodyPr/>
        <a:lstStyle/>
        <a:p>
          <a:endParaRPr lang="en-US"/>
        </a:p>
      </dgm:t>
    </dgm:pt>
    <dgm:pt modelId="{ED02D464-CDA2-4A2A-B742-DF6D6A199562}" type="sibTrans" cxnId="{1CB11C30-7103-46D9-91D7-AB3037AC665B}">
      <dgm:prSet/>
      <dgm:spPr/>
      <dgm:t>
        <a:bodyPr/>
        <a:lstStyle/>
        <a:p>
          <a:endParaRPr lang="en-US"/>
        </a:p>
      </dgm:t>
    </dgm:pt>
    <dgm:pt modelId="{7CEEFB4A-8580-4C67-BAD3-DB8BB73B4BFF}" type="pres">
      <dgm:prSet presAssocID="{2991BDAF-0494-4317-813A-BC2C80D7BD77}" presName="root" presStyleCnt="0">
        <dgm:presLayoutVars>
          <dgm:dir/>
          <dgm:resizeHandles val="exact"/>
        </dgm:presLayoutVars>
      </dgm:prSet>
      <dgm:spPr/>
    </dgm:pt>
    <dgm:pt modelId="{50F87DAC-B2DE-490E-AD5A-F5E1B45A6E89}" type="pres">
      <dgm:prSet presAssocID="{01FEE251-1623-4692-BC6C-046371B5A36F}" presName="compNode" presStyleCnt="0"/>
      <dgm:spPr/>
    </dgm:pt>
    <dgm:pt modelId="{D0BA95B7-5B38-44F6-9371-CA6C9EAE5623}" type="pres">
      <dgm:prSet presAssocID="{01FEE251-1623-4692-BC6C-046371B5A36F}" presName="iconBgRect" presStyleLbl="bgShp" presStyleIdx="0" presStyleCnt="4"/>
      <dgm:spPr/>
    </dgm:pt>
    <dgm:pt modelId="{A75E646A-489C-486C-8936-27D1A63B6017}" type="pres">
      <dgm:prSet presAssocID="{01FEE251-1623-4692-BC6C-046371B5A36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uvem"/>
        </a:ext>
      </dgm:extLst>
    </dgm:pt>
    <dgm:pt modelId="{D52E1C73-DD85-4A46-8129-B69C85948B98}" type="pres">
      <dgm:prSet presAssocID="{01FEE251-1623-4692-BC6C-046371B5A36F}" presName="spaceRect" presStyleCnt="0"/>
      <dgm:spPr/>
    </dgm:pt>
    <dgm:pt modelId="{A308AAFB-D358-4613-A156-0E9C9F922C9F}" type="pres">
      <dgm:prSet presAssocID="{01FEE251-1623-4692-BC6C-046371B5A36F}" presName="textRect" presStyleLbl="revTx" presStyleIdx="0" presStyleCnt="4">
        <dgm:presLayoutVars>
          <dgm:chMax val="1"/>
          <dgm:chPref val="1"/>
        </dgm:presLayoutVars>
      </dgm:prSet>
      <dgm:spPr/>
    </dgm:pt>
    <dgm:pt modelId="{329E66C4-F5DA-4ECA-AD6E-42FCFAA853F0}" type="pres">
      <dgm:prSet presAssocID="{450A3103-BC71-42BB-B86B-2342BBD3CDEC}" presName="sibTrans" presStyleCnt="0"/>
      <dgm:spPr/>
    </dgm:pt>
    <dgm:pt modelId="{E1AA9907-30C3-4EC1-BB65-406A588639CA}" type="pres">
      <dgm:prSet presAssocID="{89A4A29C-F642-4832-80DC-2FDE176F013E}" presName="compNode" presStyleCnt="0"/>
      <dgm:spPr/>
    </dgm:pt>
    <dgm:pt modelId="{7AD9D244-262E-41BC-9CF4-5D817764CCC4}" type="pres">
      <dgm:prSet presAssocID="{89A4A29C-F642-4832-80DC-2FDE176F013E}" presName="iconBgRect" presStyleLbl="bgShp" presStyleIdx="1" presStyleCnt="4"/>
      <dgm:spPr/>
    </dgm:pt>
    <dgm:pt modelId="{C1925141-2EAC-4C9A-B894-D04EAC8DC6E3}" type="pres">
      <dgm:prSet presAssocID="{89A4A29C-F642-4832-80DC-2FDE176F013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140850C9-4913-40BE-9B6C-A6427CBC6ABD}" type="pres">
      <dgm:prSet presAssocID="{89A4A29C-F642-4832-80DC-2FDE176F013E}" presName="spaceRect" presStyleCnt="0"/>
      <dgm:spPr/>
    </dgm:pt>
    <dgm:pt modelId="{B3466D13-3A60-4424-A9BA-8F0F29EFC510}" type="pres">
      <dgm:prSet presAssocID="{89A4A29C-F642-4832-80DC-2FDE176F013E}" presName="textRect" presStyleLbl="revTx" presStyleIdx="1" presStyleCnt="4">
        <dgm:presLayoutVars>
          <dgm:chMax val="1"/>
          <dgm:chPref val="1"/>
        </dgm:presLayoutVars>
      </dgm:prSet>
      <dgm:spPr/>
    </dgm:pt>
    <dgm:pt modelId="{B67A061B-2081-479E-AC83-603E2E8C46D3}" type="pres">
      <dgm:prSet presAssocID="{A795728A-17CD-4C05-922C-DCD2F04CB39F}" presName="sibTrans" presStyleCnt="0"/>
      <dgm:spPr/>
    </dgm:pt>
    <dgm:pt modelId="{0E60A165-9C6B-4F87-8CFC-5663A99A5B4A}" type="pres">
      <dgm:prSet presAssocID="{3F02D474-89A0-432C-9797-4E173E37C8FC}" presName="compNode" presStyleCnt="0"/>
      <dgm:spPr/>
    </dgm:pt>
    <dgm:pt modelId="{8D65FAE1-AFE4-4080-9272-500BB4D534F5}" type="pres">
      <dgm:prSet presAssocID="{3F02D474-89A0-432C-9797-4E173E37C8FC}" presName="iconBgRect" presStyleLbl="bgShp" presStyleIdx="2" presStyleCnt="4"/>
      <dgm:spPr/>
    </dgm:pt>
    <dgm:pt modelId="{AD80AB88-9E7A-4201-A07C-0DD4F2F5FD31}" type="pres">
      <dgm:prSet presAssocID="{3F02D474-89A0-432C-9797-4E173E37C8F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6DD63586-1902-42EA-B8E4-A218D5B838E6}" type="pres">
      <dgm:prSet presAssocID="{3F02D474-89A0-432C-9797-4E173E37C8FC}" presName="spaceRect" presStyleCnt="0"/>
      <dgm:spPr/>
    </dgm:pt>
    <dgm:pt modelId="{4B3688A3-2E22-49AF-B4A2-C7F875E6BA99}" type="pres">
      <dgm:prSet presAssocID="{3F02D474-89A0-432C-9797-4E173E37C8FC}" presName="textRect" presStyleLbl="revTx" presStyleIdx="2" presStyleCnt="4">
        <dgm:presLayoutVars>
          <dgm:chMax val="1"/>
          <dgm:chPref val="1"/>
        </dgm:presLayoutVars>
      </dgm:prSet>
      <dgm:spPr/>
    </dgm:pt>
    <dgm:pt modelId="{9B1D83C4-D868-4804-AA91-B00AB7C20CD5}" type="pres">
      <dgm:prSet presAssocID="{3795472E-BC9C-4CCF-B18B-58F5ECF28D6B}" presName="sibTrans" presStyleCnt="0"/>
      <dgm:spPr/>
    </dgm:pt>
    <dgm:pt modelId="{97787B6D-A2C8-49AB-9291-8DFB33201C18}" type="pres">
      <dgm:prSet presAssocID="{ED28532D-6D2A-43DC-BF5B-56A657862C17}" presName="compNode" presStyleCnt="0"/>
      <dgm:spPr/>
    </dgm:pt>
    <dgm:pt modelId="{8F8B75C4-1235-4280-8192-C1538EFA7B4D}" type="pres">
      <dgm:prSet presAssocID="{ED28532D-6D2A-43DC-BF5B-56A657862C17}" presName="iconBgRect" presStyleLbl="bgShp" presStyleIdx="3" presStyleCnt="4"/>
      <dgm:spPr/>
    </dgm:pt>
    <dgm:pt modelId="{123C567C-F68D-4FF1-861C-BA3306247D87}" type="pres">
      <dgm:prSet presAssocID="{ED28532D-6D2A-43DC-BF5B-56A657862C1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4732E49-C399-484F-8A20-A61A0DF86639}" type="pres">
      <dgm:prSet presAssocID="{ED28532D-6D2A-43DC-BF5B-56A657862C17}" presName="spaceRect" presStyleCnt="0"/>
      <dgm:spPr/>
    </dgm:pt>
    <dgm:pt modelId="{74417420-B903-4DD3-A534-F8EC067540B2}" type="pres">
      <dgm:prSet presAssocID="{ED28532D-6D2A-43DC-BF5B-56A657862C1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53FFA1F-05D6-4B8A-BFD8-F89C26FD5856}" type="presOf" srcId="{3F02D474-89A0-432C-9797-4E173E37C8FC}" destId="{4B3688A3-2E22-49AF-B4A2-C7F875E6BA99}" srcOrd="0" destOrd="0" presId="urn:microsoft.com/office/officeart/2018/5/layout/IconCircleLabelList"/>
    <dgm:cxn modelId="{1CB11C30-7103-46D9-91D7-AB3037AC665B}" srcId="{2991BDAF-0494-4317-813A-BC2C80D7BD77}" destId="{ED28532D-6D2A-43DC-BF5B-56A657862C17}" srcOrd="3" destOrd="0" parTransId="{95CAE6DF-60EC-4C2E-8D10-F9AFF116C8B6}" sibTransId="{ED02D464-CDA2-4A2A-B742-DF6D6A199562}"/>
    <dgm:cxn modelId="{843C6E52-DC9F-4622-BAF1-9F0D8AF1742B}" type="presOf" srcId="{89A4A29C-F642-4832-80DC-2FDE176F013E}" destId="{B3466D13-3A60-4424-A9BA-8F0F29EFC510}" srcOrd="0" destOrd="0" presId="urn:microsoft.com/office/officeart/2018/5/layout/IconCircleLabelList"/>
    <dgm:cxn modelId="{71B1B072-497F-4658-B018-F8D2FF09E57B}" type="presOf" srcId="{2991BDAF-0494-4317-813A-BC2C80D7BD77}" destId="{7CEEFB4A-8580-4C67-BAD3-DB8BB73B4BFF}" srcOrd="0" destOrd="0" presId="urn:microsoft.com/office/officeart/2018/5/layout/IconCircleLabelList"/>
    <dgm:cxn modelId="{039B6E99-F164-4DA0-AE14-A934F20B6BD9}" srcId="{2991BDAF-0494-4317-813A-BC2C80D7BD77}" destId="{3F02D474-89A0-432C-9797-4E173E37C8FC}" srcOrd="2" destOrd="0" parTransId="{30ADFA64-6A88-4A74-A69A-5D998B6898E5}" sibTransId="{3795472E-BC9C-4CCF-B18B-58F5ECF28D6B}"/>
    <dgm:cxn modelId="{6891D4A6-447C-4CA7-A341-FB7012AE3440}" srcId="{2991BDAF-0494-4317-813A-BC2C80D7BD77}" destId="{01FEE251-1623-4692-BC6C-046371B5A36F}" srcOrd="0" destOrd="0" parTransId="{25E47013-2988-4E2A-B94D-37A204CCA90E}" sibTransId="{450A3103-BC71-42BB-B86B-2342BBD3CDEC}"/>
    <dgm:cxn modelId="{F9AD36BE-A6BE-4C69-90FD-BF5F83F96E05}" srcId="{2991BDAF-0494-4317-813A-BC2C80D7BD77}" destId="{89A4A29C-F642-4832-80DC-2FDE176F013E}" srcOrd="1" destOrd="0" parTransId="{C2803BE7-9F96-4438-81C7-94A1F4351D06}" sibTransId="{A795728A-17CD-4C05-922C-DCD2F04CB39F}"/>
    <dgm:cxn modelId="{5B13FEC7-D77D-4CE3-A789-FA6176208994}" type="presOf" srcId="{ED28532D-6D2A-43DC-BF5B-56A657862C17}" destId="{74417420-B903-4DD3-A534-F8EC067540B2}" srcOrd="0" destOrd="0" presId="urn:microsoft.com/office/officeart/2018/5/layout/IconCircleLabelList"/>
    <dgm:cxn modelId="{10ED58EA-4136-4D47-942D-4235A1E7C55A}" type="presOf" srcId="{01FEE251-1623-4692-BC6C-046371B5A36F}" destId="{A308AAFB-D358-4613-A156-0E9C9F922C9F}" srcOrd="0" destOrd="0" presId="urn:microsoft.com/office/officeart/2018/5/layout/IconCircleLabelList"/>
    <dgm:cxn modelId="{7E3F3B72-24BC-44A0-BEA2-0DDD2868EBD9}" type="presParOf" srcId="{7CEEFB4A-8580-4C67-BAD3-DB8BB73B4BFF}" destId="{50F87DAC-B2DE-490E-AD5A-F5E1B45A6E89}" srcOrd="0" destOrd="0" presId="urn:microsoft.com/office/officeart/2018/5/layout/IconCircleLabelList"/>
    <dgm:cxn modelId="{EAA306D7-ACF8-401A-B60B-6CD022D7E777}" type="presParOf" srcId="{50F87DAC-B2DE-490E-AD5A-F5E1B45A6E89}" destId="{D0BA95B7-5B38-44F6-9371-CA6C9EAE5623}" srcOrd="0" destOrd="0" presId="urn:microsoft.com/office/officeart/2018/5/layout/IconCircleLabelList"/>
    <dgm:cxn modelId="{A779FA05-0CC9-4229-A429-016E1106DF4D}" type="presParOf" srcId="{50F87DAC-B2DE-490E-AD5A-F5E1B45A6E89}" destId="{A75E646A-489C-486C-8936-27D1A63B6017}" srcOrd="1" destOrd="0" presId="urn:microsoft.com/office/officeart/2018/5/layout/IconCircleLabelList"/>
    <dgm:cxn modelId="{72725163-DCB9-491D-ACE9-8EA9F04588A2}" type="presParOf" srcId="{50F87DAC-B2DE-490E-AD5A-F5E1B45A6E89}" destId="{D52E1C73-DD85-4A46-8129-B69C85948B98}" srcOrd="2" destOrd="0" presId="urn:microsoft.com/office/officeart/2018/5/layout/IconCircleLabelList"/>
    <dgm:cxn modelId="{F01CED5B-2F12-492F-8684-D64C75460EFA}" type="presParOf" srcId="{50F87DAC-B2DE-490E-AD5A-F5E1B45A6E89}" destId="{A308AAFB-D358-4613-A156-0E9C9F922C9F}" srcOrd="3" destOrd="0" presId="urn:microsoft.com/office/officeart/2018/5/layout/IconCircleLabelList"/>
    <dgm:cxn modelId="{F129397D-6493-4A28-8492-DF401603DD75}" type="presParOf" srcId="{7CEEFB4A-8580-4C67-BAD3-DB8BB73B4BFF}" destId="{329E66C4-F5DA-4ECA-AD6E-42FCFAA853F0}" srcOrd="1" destOrd="0" presId="urn:microsoft.com/office/officeart/2018/5/layout/IconCircleLabelList"/>
    <dgm:cxn modelId="{2712D6D8-894F-46A3-9615-33950024189F}" type="presParOf" srcId="{7CEEFB4A-8580-4C67-BAD3-DB8BB73B4BFF}" destId="{E1AA9907-30C3-4EC1-BB65-406A588639CA}" srcOrd="2" destOrd="0" presId="urn:microsoft.com/office/officeart/2018/5/layout/IconCircleLabelList"/>
    <dgm:cxn modelId="{59C58192-B214-4A90-9C96-4B9AD97EC118}" type="presParOf" srcId="{E1AA9907-30C3-4EC1-BB65-406A588639CA}" destId="{7AD9D244-262E-41BC-9CF4-5D817764CCC4}" srcOrd="0" destOrd="0" presId="urn:microsoft.com/office/officeart/2018/5/layout/IconCircleLabelList"/>
    <dgm:cxn modelId="{027470D3-BE25-483E-ACBB-9DA24C103BF4}" type="presParOf" srcId="{E1AA9907-30C3-4EC1-BB65-406A588639CA}" destId="{C1925141-2EAC-4C9A-B894-D04EAC8DC6E3}" srcOrd="1" destOrd="0" presId="urn:microsoft.com/office/officeart/2018/5/layout/IconCircleLabelList"/>
    <dgm:cxn modelId="{7526246E-4847-47F6-908A-E7BBC5F149F4}" type="presParOf" srcId="{E1AA9907-30C3-4EC1-BB65-406A588639CA}" destId="{140850C9-4913-40BE-9B6C-A6427CBC6ABD}" srcOrd="2" destOrd="0" presId="urn:microsoft.com/office/officeart/2018/5/layout/IconCircleLabelList"/>
    <dgm:cxn modelId="{D87B2083-7BFE-45F2-A330-7AA6EDAA4495}" type="presParOf" srcId="{E1AA9907-30C3-4EC1-BB65-406A588639CA}" destId="{B3466D13-3A60-4424-A9BA-8F0F29EFC510}" srcOrd="3" destOrd="0" presId="urn:microsoft.com/office/officeart/2018/5/layout/IconCircleLabelList"/>
    <dgm:cxn modelId="{9470F8F4-0F47-490B-959F-90C6C42CB677}" type="presParOf" srcId="{7CEEFB4A-8580-4C67-BAD3-DB8BB73B4BFF}" destId="{B67A061B-2081-479E-AC83-603E2E8C46D3}" srcOrd="3" destOrd="0" presId="urn:microsoft.com/office/officeart/2018/5/layout/IconCircleLabelList"/>
    <dgm:cxn modelId="{D7E3F10B-7E1D-47FE-9AD4-0101BB122C15}" type="presParOf" srcId="{7CEEFB4A-8580-4C67-BAD3-DB8BB73B4BFF}" destId="{0E60A165-9C6B-4F87-8CFC-5663A99A5B4A}" srcOrd="4" destOrd="0" presId="urn:microsoft.com/office/officeart/2018/5/layout/IconCircleLabelList"/>
    <dgm:cxn modelId="{1028AA7E-0325-4E79-AE2B-F5DEC763EB67}" type="presParOf" srcId="{0E60A165-9C6B-4F87-8CFC-5663A99A5B4A}" destId="{8D65FAE1-AFE4-4080-9272-500BB4D534F5}" srcOrd="0" destOrd="0" presId="urn:microsoft.com/office/officeart/2018/5/layout/IconCircleLabelList"/>
    <dgm:cxn modelId="{3D96B1FD-5EDC-45AB-8597-E16D2B7BFC92}" type="presParOf" srcId="{0E60A165-9C6B-4F87-8CFC-5663A99A5B4A}" destId="{AD80AB88-9E7A-4201-A07C-0DD4F2F5FD31}" srcOrd="1" destOrd="0" presId="urn:microsoft.com/office/officeart/2018/5/layout/IconCircleLabelList"/>
    <dgm:cxn modelId="{9F44EE6A-6174-40AA-AC52-A3AF97AAC51F}" type="presParOf" srcId="{0E60A165-9C6B-4F87-8CFC-5663A99A5B4A}" destId="{6DD63586-1902-42EA-B8E4-A218D5B838E6}" srcOrd="2" destOrd="0" presId="urn:microsoft.com/office/officeart/2018/5/layout/IconCircleLabelList"/>
    <dgm:cxn modelId="{694586DA-4555-4172-A795-BBBA62B52FAE}" type="presParOf" srcId="{0E60A165-9C6B-4F87-8CFC-5663A99A5B4A}" destId="{4B3688A3-2E22-49AF-B4A2-C7F875E6BA99}" srcOrd="3" destOrd="0" presId="urn:microsoft.com/office/officeart/2018/5/layout/IconCircleLabelList"/>
    <dgm:cxn modelId="{F79617DF-57BE-4612-913E-E33AA90DC51D}" type="presParOf" srcId="{7CEEFB4A-8580-4C67-BAD3-DB8BB73B4BFF}" destId="{9B1D83C4-D868-4804-AA91-B00AB7C20CD5}" srcOrd="5" destOrd="0" presId="urn:microsoft.com/office/officeart/2018/5/layout/IconCircleLabelList"/>
    <dgm:cxn modelId="{8F73D5C8-3633-416E-BE50-281DBF8F7439}" type="presParOf" srcId="{7CEEFB4A-8580-4C67-BAD3-DB8BB73B4BFF}" destId="{97787B6D-A2C8-49AB-9291-8DFB33201C18}" srcOrd="6" destOrd="0" presId="urn:microsoft.com/office/officeart/2018/5/layout/IconCircleLabelList"/>
    <dgm:cxn modelId="{1FAC7AEC-1376-4E0B-9081-0905816F472A}" type="presParOf" srcId="{97787B6D-A2C8-49AB-9291-8DFB33201C18}" destId="{8F8B75C4-1235-4280-8192-C1538EFA7B4D}" srcOrd="0" destOrd="0" presId="urn:microsoft.com/office/officeart/2018/5/layout/IconCircleLabelList"/>
    <dgm:cxn modelId="{55FC84E6-E9DD-48EC-B91F-C5A1C5AE8B36}" type="presParOf" srcId="{97787B6D-A2C8-49AB-9291-8DFB33201C18}" destId="{123C567C-F68D-4FF1-861C-BA3306247D87}" srcOrd="1" destOrd="0" presId="urn:microsoft.com/office/officeart/2018/5/layout/IconCircleLabelList"/>
    <dgm:cxn modelId="{6F1CA94A-E597-468A-801B-FDE8D05B4BA1}" type="presParOf" srcId="{97787B6D-A2C8-49AB-9291-8DFB33201C18}" destId="{44732E49-C399-484F-8A20-A61A0DF86639}" srcOrd="2" destOrd="0" presId="urn:microsoft.com/office/officeart/2018/5/layout/IconCircleLabelList"/>
    <dgm:cxn modelId="{19FA0B63-6532-43A3-BEFC-680D4116D867}" type="presParOf" srcId="{97787B6D-A2C8-49AB-9291-8DFB33201C18}" destId="{74417420-B903-4DD3-A534-F8EC067540B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3467C1-F48C-4286-B77D-CEE42FBC6D41}">
      <dsp:nvSpPr>
        <dsp:cNvPr id="0" name=""/>
        <dsp:cNvSpPr/>
      </dsp:nvSpPr>
      <dsp:spPr>
        <a:xfrm>
          <a:off x="2250914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9B131C-4D10-49BB-AE0D-E54C4E8B7094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ACEBF5-7A4B-4F34-BECF-7421ACF6E096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000" kern="1200"/>
            <a:t>Baralho em livros da aplicação minhaBiblioteca</a:t>
          </a:r>
          <a:endParaRPr lang="en-US" sz="2000" kern="1200"/>
        </a:p>
      </dsp:txBody>
      <dsp:txXfrm>
        <a:off x="1548914" y="3176402"/>
        <a:ext cx="3600000" cy="720000"/>
      </dsp:txXfrm>
    </dsp:sp>
    <dsp:sp modelId="{F84451BB-D6A9-49E7-BA53-1DF0D52A5AD8}">
      <dsp:nvSpPr>
        <dsp:cNvPr id="0" name=""/>
        <dsp:cNvSpPr/>
      </dsp:nvSpPr>
      <dsp:spPr>
        <a:xfrm>
          <a:off x="6480914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F50ACE-418E-423F-A487-162295834A60}">
      <dsp:nvSpPr>
        <dsp:cNvPr id="0" name=""/>
        <dsp:cNvSpPr/>
      </dsp:nvSpPr>
      <dsp:spPr>
        <a:xfrm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426A73-4A02-4029-B215-10539968F433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000" kern="1200"/>
            <a:t>Aplicação google formulários</a:t>
          </a:r>
          <a:endParaRPr lang="en-US" sz="2000" kern="1200"/>
        </a:p>
      </dsp:txBody>
      <dsp:txXfrm>
        <a:off x="5778914" y="3176402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BA95B7-5B38-44F6-9371-CA6C9EAE5623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5E646A-489C-486C-8936-27D1A63B6017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08AAFB-D358-4613-A156-0E9C9F922C9F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/>
            <a:t>Não usa API externa (não se mostrou necessário)</a:t>
          </a:r>
          <a:endParaRPr lang="en-US" sz="1300" kern="1200"/>
        </a:p>
      </dsp:txBody>
      <dsp:txXfrm>
        <a:off x="100682" y="2684598"/>
        <a:ext cx="2370489" cy="720000"/>
      </dsp:txXfrm>
    </dsp:sp>
    <dsp:sp modelId="{7AD9D244-262E-41BC-9CF4-5D817764CCC4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925141-2EAC-4C9A-B894-D04EAC8DC6E3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466D13-3A60-4424-A9BA-8F0F29EFC510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/>
            <a:t>Utiliza banco de dados sqlite</a:t>
          </a:r>
          <a:endParaRPr lang="en-US" sz="1300" kern="1200"/>
        </a:p>
      </dsp:txBody>
      <dsp:txXfrm>
        <a:off x="2886007" y="2684598"/>
        <a:ext cx="2370489" cy="720000"/>
      </dsp:txXfrm>
    </dsp:sp>
    <dsp:sp modelId="{8D65FAE1-AFE4-4080-9272-500BB4D534F5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80AB88-9E7A-4201-A07C-0DD4F2F5FD31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688A3-2E22-49AF-B4A2-C7F875E6BA99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/>
            <a:t>Permite adicionar questões junto com as alternativas e definir a certa</a:t>
          </a:r>
          <a:endParaRPr lang="en-US" sz="1300" kern="1200"/>
        </a:p>
      </dsp:txBody>
      <dsp:txXfrm>
        <a:off x="5671332" y="2684598"/>
        <a:ext cx="2370489" cy="720000"/>
      </dsp:txXfrm>
    </dsp:sp>
    <dsp:sp modelId="{8F8B75C4-1235-4280-8192-C1538EFA7B4D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C567C-F68D-4FF1-861C-BA3306247D87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417420-B903-4DD3-A534-F8EC067540B2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/>
            <a:t>Permite treinar e mostrar resultados</a:t>
          </a:r>
          <a:endParaRPr lang="en-US" sz="1300" kern="1200"/>
        </a:p>
      </dsp:txBody>
      <dsp:txXfrm>
        <a:off x="8456657" y="2684598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89708" y="1014574"/>
            <a:ext cx="9725730" cy="2226769"/>
          </a:xfrm>
        </p:spPr>
        <p:txBody>
          <a:bodyPr anchor="ctr">
            <a:normAutofit/>
          </a:bodyPr>
          <a:lstStyle/>
          <a:p>
            <a:pPr algn="l"/>
            <a:r>
              <a:rPr lang="de-DE" sz="4800">
                <a:solidFill>
                  <a:schemeClr val="bg1"/>
                </a:solidFill>
              </a:rPr>
              <a:t>Apresentação do projeto Gerenciador de treino pre prova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89708" y="3640633"/>
            <a:ext cx="9725730" cy="24872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de-DE">
                <a:solidFill>
                  <a:schemeClr val="tx2"/>
                </a:solidFill>
              </a:rPr>
              <a:t>Rafael Gustavo Reinert</a:t>
            </a:r>
          </a:p>
          <a:p>
            <a:pPr algn="l"/>
            <a:r>
              <a:rPr lang="de-DE">
                <a:solidFill>
                  <a:schemeClr val="tx2"/>
                </a:solidFill>
              </a:rPr>
              <a:t>Gabriel </a:t>
            </a:r>
            <a:r>
              <a:rPr lang="de-DE">
                <a:solidFill>
                  <a:schemeClr val="tx2"/>
                </a:solidFill>
                <a:ea typeface="+mn-lt"/>
                <a:cs typeface="+mn-lt"/>
              </a:rPr>
              <a:t>Nass Rosenstock</a:t>
            </a:r>
          </a:p>
          <a:p>
            <a:pPr algn="l"/>
            <a:r>
              <a:rPr lang="de-DE">
                <a:solidFill>
                  <a:schemeClr val="tx2"/>
                </a:solidFill>
              </a:rPr>
              <a:t>Professor: Luiz Alfredo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63F068-5252-27B7-AFAD-9EDACCBD5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pt-BR" sz="4000"/>
              <a:t>Problema a ser atendido</a:t>
            </a:r>
          </a:p>
        </p:txBody>
      </p:sp>
      <p:sp>
        <p:nvSpPr>
          <p:cNvPr id="19" name="Espaço Reservado para Conteúdo 2">
            <a:extLst>
              <a:ext uri="{FF2B5EF4-FFF2-40B4-BE49-F238E27FC236}">
                <a16:creationId xmlns:a16="http://schemas.microsoft.com/office/drawing/2014/main" id="{26A2D973-4F62-23DD-EF73-9407F5C92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2000"/>
              <a:t>Técnica de estudo que consiste em elaborar questões sobre as propria prova</a:t>
            </a:r>
          </a:p>
          <a:p>
            <a:r>
              <a:rPr lang="pt-BR" sz="2000"/>
              <a:t>Se usava: Ferramentas de edição de texto</a:t>
            </a:r>
          </a:p>
          <a:p>
            <a:r>
              <a:rPr lang="pt-BR" sz="2000"/>
              <a:t>Problemas:</a:t>
            </a:r>
          </a:p>
          <a:p>
            <a:pPr marL="0" indent="0">
              <a:buNone/>
            </a:pPr>
            <a:r>
              <a:rPr lang="pt-BR" sz="2000"/>
              <a:t>A) Aparecia a resposta</a:t>
            </a:r>
          </a:p>
          <a:p>
            <a:pPr marL="0" indent="0">
              <a:buNone/>
            </a:pPr>
            <a:r>
              <a:rPr lang="pt-BR" sz="2000"/>
              <a:t>B) Bagunça</a:t>
            </a:r>
          </a:p>
          <a:p>
            <a:pPr marL="0" indent="0">
              <a:buNone/>
            </a:pPr>
            <a:r>
              <a:rPr lang="pt-BR" sz="2000"/>
              <a:t>C) Gerenciamento ruim</a:t>
            </a:r>
          </a:p>
        </p:txBody>
      </p:sp>
      <p:pic>
        <p:nvPicPr>
          <p:cNvPr id="20" name="Picture 4" descr="Script de computador em uma tela">
            <a:extLst>
              <a:ext uri="{FF2B5EF4-FFF2-40B4-BE49-F238E27FC236}">
                <a16:creationId xmlns:a16="http://schemas.microsoft.com/office/drawing/2014/main" id="{A4F9EA16-7F96-7EBE-3033-518749C859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3" r="38834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211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F3982-9AAB-CB5C-0DAA-BA1353F2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no editor de texto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1C8FA1-69EB-9B76-69B7-F97E4299A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Imagem de editor de texto com treino </a:t>
            </a:r>
            <a:r>
              <a:rPr lang="pt-BR" dirty="0" err="1"/>
              <a:t>pre</a:t>
            </a:r>
            <a:r>
              <a:rPr lang="pt-BR" dirty="0"/>
              <a:t> prova</a:t>
            </a:r>
          </a:p>
        </p:txBody>
      </p:sp>
    </p:spTree>
    <p:extLst>
      <p:ext uri="{BB962C8B-B14F-4D97-AF65-F5344CB8AC3E}">
        <p14:creationId xmlns:p14="http://schemas.microsoft.com/office/powerpoint/2010/main" val="3198154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CAEDF5-C50F-91B7-0B78-B9AAA99F0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Soluções semelhantes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31F25DB3-505B-379B-9495-BC97785203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94185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4142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C4F8B6-111D-23E6-3A00-98D22D36F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Nossa aplicação/solução</a:t>
            </a:r>
          </a:p>
        </p:txBody>
      </p:sp>
      <p:graphicFrame>
        <p:nvGraphicFramePr>
          <p:cNvPr id="21" name="Espaço Reservado para Conteúdo 2">
            <a:extLst>
              <a:ext uri="{FF2B5EF4-FFF2-40B4-BE49-F238E27FC236}">
                <a16:creationId xmlns:a16="http://schemas.microsoft.com/office/drawing/2014/main" id="{D01058B0-F381-7D20-F8F0-AB19DA8653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278907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5646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C6873-F475-9D7F-BD5F-8A98AA0C5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Imagens de tela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55816A-862C-15BD-61BF-A0466B1F7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903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444051-3B60-E1C4-3C54-AEE26A40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Imagens de código relevantes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716329-11C6-C926-B0F3-C669D2C60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78604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33dd0b0-a9be-4e97-a0c3-b0e677403699}" enabled="1" method="Privileged" siteId="{57fe0ac9-f7f7-4580-8b30-5aa7f0ac8e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Tema do Office</vt:lpstr>
      <vt:lpstr>Apresentação do projeto Gerenciador de treino pre prova</vt:lpstr>
      <vt:lpstr>Problema a ser atendido</vt:lpstr>
      <vt:lpstr>Exemplo no editor de texto</vt:lpstr>
      <vt:lpstr>Soluções semelhantes</vt:lpstr>
      <vt:lpstr>Nossa aplicação/solução</vt:lpstr>
      <vt:lpstr>Imagens de tela</vt:lpstr>
      <vt:lpstr>Imagens de código relevantes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60</cp:revision>
  <dcterms:created xsi:type="dcterms:W3CDTF">2026-09-09T12:03:48Z</dcterms:created>
  <dcterms:modified xsi:type="dcterms:W3CDTF">2026-09-09T12:14:37Z</dcterms:modified>
</cp:coreProperties>
</file>